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</p:sldMasterIdLst>
  <p:notesMasterIdLst>
    <p:notesMasterId r:id="rId8"/>
  </p:notesMasterIdLst>
  <p:sldIdLst>
    <p:sldId id="886" r:id="rId5"/>
    <p:sldId id="885" r:id="rId6"/>
    <p:sldId id="88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668"/>
    <a:srgbClr val="B7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892F5-48D6-4E18-AEE7-7FE34776F4BD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83908-A2F8-410C-BBF4-66AF6EABD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87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[compagny]"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 userDrawn="1"/>
        </p:nvSpPr>
        <p:spPr>
          <a:xfrm>
            <a:off x="114298" y="5641978"/>
            <a:ext cx="11896728" cy="704847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 userDrawn="1"/>
        </p:nvSpPr>
        <p:spPr>
          <a:xfrm>
            <a:off x="-1" y="6305550"/>
            <a:ext cx="12125325" cy="552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 userDrawn="1"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 userDrawn="1"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 dirty="0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dirty="0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 dirty="0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Import a visual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 userDrawn="1"/>
        </p:nvSpPr>
        <p:spPr>
          <a:xfrm>
            <a:off x="114300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 userDrawn="1"/>
        </p:nvSpPr>
        <p:spPr>
          <a:xfrm flipH="1">
            <a:off x="11842756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 userDrawn="1"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>
            <a:off x="4624388" y="10800"/>
            <a:ext cx="2319739" cy="507998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 flipH="1">
            <a:off x="5247875" y="10800"/>
            <a:ext cx="2319739" cy="507997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 userDrawn="1"/>
        </p:nvSpPr>
        <p:spPr>
          <a:xfrm rot="16200000" flipH="1">
            <a:off x="446051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 userDrawn="1"/>
        </p:nvSpPr>
        <p:spPr>
          <a:xfrm rot="5400000">
            <a:off x="755852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259836-89FA-34F4-7C37-2CA1A40C186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90535" y="105390"/>
            <a:ext cx="2024047" cy="432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F64BB69-8F27-0E93-A32C-4526A6E066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100000">
                <a:schemeClr val="bg1">
                  <a:alpha val="55000"/>
                </a:schemeClr>
              </a:gs>
            </a:gsLst>
            <a:lin ang="4200000" scaled="0"/>
          </a:gradFill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 dirty="0"/>
              <a:t>Title of the</a:t>
            </a:r>
            <a:br>
              <a:rPr lang="en-US" dirty="0"/>
            </a:br>
            <a:r>
              <a:rPr lang="en-US" dirty="0"/>
              <a:t>presentation here</a:t>
            </a:r>
            <a:endParaRPr lang="en-GB" dirty="0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D6A051BE-5EA2-BCAE-F238-E9E1B6C1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r>
              <a:rPr lang="fr-FR" dirty="0"/>
              <a:t>DD/MM/YY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18294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 a title to the slide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2484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 userDrawn="1"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 userDrawn="1"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 userDrawn="1"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 userDrawn="1"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 userDrawn="1"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 userDrawn="1"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 a title to the slide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19160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 dirty="0"/>
              <a:t>Click to edit mask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 dirty="0"/>
              <a:t>Click to edit mask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 a title to the slide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901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C7B4FC1-5F10-9CB1-7E39-0007F559DD5E}"/>
              </a:ext>
            </a:extLst>
          </p:cNvPr>
          <p:cNvSpPr/>
          <p:nvPr userDrawn="1"/>
        </p:nvSpPr>
        <p:spPr>
          <a:xfrm>
            <a:off x="308198" y="5670552"/>
            <a:ext cx="11575605" cy="626760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ln w="12700">
            <a:solidFill>
              <a:schemeClr val="bg1"/>
            </a:solidFill>
          </a:ln>
          <a:effectLst>
            <a:outerShdw blurRad="190500" dist="20000" dir="5400000" rotWithShape="0">
              <a:srgbClr val="000000">
                <a:alpha val="2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E0C741DD-78D5-B33E-6760-2F721D372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8276" y="6067171"/>
            <a:ext cx="1695448" cy="356044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C3F1D64C-9BE7-9463-D7A2-D4DA86C77212}"/>
              </a:ext>
            </a:extLst>
          </p:cNvPr>
          <p:cNvGrpSpPr/>
          <p:nvPr userDrawn="1"/>
        </p:nvGrpSpPr>
        <p:grpSpPr>
          <a:xfrm>
            <a:off x="4615543" y="2458519"/>
            <a:ext cx="2960914" cy="1940962"/>
            <a:chOff x="861349" y="0"/>
            <a:chExt cx="10466695" cy="6861211"/>
          </a:xfrm>
        </p:grpSpPr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5593FCB-7F44-74C3-EA1E-CEB7F2F67530}"/>
                </a:ext>
              </a:extLst>
            </p:cNvPr>
            <p:cNvGrpSpPr/>
            <p:nvPr/>
          </p:nvGrpSpPr>
          <p:grpSpPr>
            <a:xfrm>
              <a:off x="861349" y="0"/>
              <a:ext cx="2835739" cy="3183067"/>
              <a:chOff x="861349" y="0"/>
              <a:chExt cx="2835739" cy="3183067"/>
            </a:xfrm>
            <a:solidFill>
              <a:srgbClr val="FFFFFF"/>
            </a:solidFill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867BA74-350C-1350-7B15-EDD32886BA65}"/>
                  </a:ext>
                </a:extLst>
              </p:cNvPr>
              <p:cNvSpPr/>
              <p:nvPr/>
            </p:nvSpPr>
            <p:spPr>
              <a:xfrm>
                <a:off x="861349" y="41321"/>
                <a:ext cx="1331146" cy="3100336"/>
              </a:xfrm>
              <a:custGeom>
                <a:avLst/>
                <a:gdLst>
                  <a:gd name="connsiteX0" fmla="*/ 814366 w 1331146"/>
                  <a:gd name="connsiteY0" fmla="*/ 872268 h 3100336"/>
                  <a:gd name="connsiteX1" fmla="*/ 587010 w 1331146"/>
                  <a:gd name="connsiteY1" fmla="*/ 479539 h 3100336"/>
                  <a:gd name="connsiteX2" fmla="*/ 512614 w 1331146"/>
                  <a:gd name="connsiteY2" fmla="*/ 479539 h 3100336"/>
                  <a:gd name="connsiteX3" fmla="*/ 512614 w 1331146"/>
                  <a:gd name="connsiteY3" fmla="*/ 1430371 h 3100336"/>
                  <a:gd name="connsiteX4" fmla="*/ 587010 w 1331146"/>
                  <a:gd name="connsiteY4" fmla="*/ 1430371 h 3100336"/>
                  <a:gd name="connsiteX5" fmla="*/ 814366 w 1331146"/>
                  <a:gd name="connsiteY5" fmla="*/ 1037641 h 3100336"/>
                  <a:gd name="connsiteX6" fmla="*/ 814366 w 1331146"/>
                  <a:gd name="connsiteY6" fmla="*/ 872268 h 3100336"/>
                  <a:gd name="connsiteX7" fmla="*/ 1331146 w 1331146"/>
                  <a:gd name="connsiteY7" fmla="*/ 880515 h 3100336"/>
                  <a:gd name="connsiteX8" fmla="*/ 1331146 w 1331146"/>
                  <a:gd name="connsiteY8" fmla="*/ 1029308 h 3100336"/>
                  <a:gd name="connsiteX9" fmla="*/ 587097 w 1331146"/>
                  <a:gd name="connsiteY9" fmla="*/ 1905656 h 3100336"/>
                  <a:gd name="connsiteX10" fmla="*/ 512701 w 1331146"/>
                  <a:gd name="connsiteY10" fmla="*/ 1905656 h 3100336"/>
                  <a:gd name="connsiteX11" fmla="*/ 512701 w 1331146"/>
                  <a:gd name="connsiteY11" fmla="*/ 3100337 h 3100336"/>
                  <a:gd name="connsiteX12" fmla="*/ 0 w 1331146"/>
                  <a:gd name="connsiteY12" fmla="*/ 3100337 h 3100336"/>
                  <a:gd name="connsiteX13" fmla="*/ 0 w 1331146"/>
                  <a:gd name="connsiteY13" fmla="*/ 0 h 3100336"/>
                  <a:gd name="connsiteX14" fmla="*/ 587010 w 1331146"/>
                  <a:gd name="connsiteY14" fmla="*/ 0 h 3100336"/>
                  <a:gd name="connsiteX15" fmla="*/ 1331060 w 1331146"/>
                  <a:gd name="connsiteY15" fmla="*/ 880515 h 310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1146" h="3100336">
                    <a:moveTo>
                      <a:pt x="814366" y="872268"/>
                    </a:moveTo>
                    <a:cubicBezTo>
                      <a:pt x="814366" y="549855"/>
                      <a:pt x="735803" y="479539"/>
                      <a:pt x="587010" y="479539"/>
                    </a:cubicBezTo>
                    <a:lnTo>
                      <a:pt x="512614" y="479539"/>
                    </a:lnTo>
                    <a:lnTo>
                      <a:pt x="512614" y="1430371"/>
                    </a:lnTo>
                    <a:lnTo>
                      <a:pt x="587010" y="1430371"/>
                    </a:lnTo>
                    <a:cubicBezTo>
                      <a:pt x="735803" y="1430371"/>
                      <a:pt x="814366" y="1360054"/>
                      <a:pt x="814366" y="1037641"/>
                    </a:cubicBezTo>
                    <a:lnTo>
                      <a:pt x="814366" y="872268"/>
                    </a:lnTo>
                    <a:close/>
                    <a:moveTo>
                      <a:pt x="1331146" y="880515"/>
                    </a:moveTo>
                    <a:lnTo>
                      <a:pt x="1331146" y="1029308"/>
                    </a:lnTo>
                    <a:cubicBezTo>
                      <a:pt x="1331146" y="1645312"/>
                      <a:pt x="1083130" y="1905656"/>
                      <a:pt x="587097" y="1905656"/>
                    </a:cubicBezTo>
                    <a:lnTo>
                      <a:pt x="512701" y="1905656"/>
                    </a:lnTo>
                    <a:lnTo>
                      <a:pt x="512701" y="3100337"/>
                    </a:lnTo>
                    <a:lnTo>
                      <a:pt x="0" y="3100337"/>
                    </a:lnTo>
                    <a:lnTo>
                      <a:pt x="0" y="0"/>
                    </a:lnTo>
                    <a:lnTo>
                      <a:pt x="587010" y="0"/>
                    </a:lnTo>
                    <a:cubicBezTo>
                      <a:pt x="1083043" y="0"/>
                      <a:pt x="1331060" y="260430"/>
                      <a:pt x="1331060" y="880515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331B8D34-9291-0919-40FE-ACD26FAA80F4}"/>
                  </a:ext>
                </a:extLst>
              </p:cNvPr>
              <p:cNvSpPr/>
              <p:nvPr/>
            </p:nvSpPr>
            <p:spPr>
              <a:xfrm>
                <a:off x="2353614" y="0"/>
                <a:ext cx="1343473" cy="3183067"/>
              </a:xfrm>
              <a:custGeom>
                <a:avLst/>
                <a:gdLst>
                  <a:gd name="connsiteX0" fmla="*/ 673820 w 1343473"/>
                  <a:gd name="connsiteY0" fmla="*/ 475372 h 3183067"/>
                  <a:gd name="connsiteX1" fmla="*/ 516694 w 1343473"/>
                  <a:gd name="connsiteY1" fmla="*/ 644912 h 3183067"/>
                  <a:gd name="connsiteX2" fmla="*/ 516694 w 1343473"/>
                  <a:gd name="connsiteY2" fmla="*/ 2538242 h 3183067"/>
                  <a:gd name="connsiteX3" fmla="*/ 673820 w 1343473"/>
                  <a:gd name="connsiteY3" fmla="*/ 2707782 h 3183067"/>
                  <a:gd name="connsiteX4" fmla="*/ 830860 w 1343473"/>
                  <a:gd name="connsiteY4" fmla="*/ 2538242 h 3183067"/>
                  <a:gd name="connsiteX5" fmla="*/ 830860 w 1343473"/>
                  <a:gd name="connsiteY5" fmla="*/ 644912 h 3183067"/>
                  <a:gd name="connsiteX6" fmla="*/ 673820 w 1343473"/>
                  <a:gd name="connsiteY6" fmla="*/ 475372 h 3183067"/>
                  <a:gd name="connsiteX7" fmla="*/ 1343474 w 1343473"/>
                  <a:gd name="connsiteY7" fmla="*/ 644912 h 3183067"/>
                  <a:gd name="connsiteX8" fmla="*/ 1343474 w 1343473"/>
                  <a:gd name="connsiteY8" fmla="*/ 2538242 h 3183067"/>
                  <a:gd name="connsiteX9" fmla="*/ 673820 w 1343473"/>
                  <a:gd name="connsiteY9" fmla="*/ 3183067 h 3183067"/>
                  <a:gd name="connsiteX10" fmla="*/ 0 w 1343473"/>
                  <a:gd name="connsiteY10" fmla="*/ 2538242 h 3183067"/>
                  <a:gd name="connsiteX11" fmla="*/ 0 w 1343473"/>
                  <a:gd name="connsiteY11" fmla="*/ 644912 h 3183067"/>
                  <a:gd name="connsiteX12" fmla="*/ 673820 w 1343473"/>
                  <a:gd name="connsiteY12" fmla="*/ 0 h 3183067"/>
                  <a:gd name="connsiteX13" fmla="*/ 1343474 w 1343473"/>
                  <a:gd name="connsiteY13" fmla="*/ 644912 h 31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43473" h="3183067">
                    <a:moveTo>
                      <a:pt x="673820" y="475372"/>
                    </a:moveTo>
                    <a:cubicBezTo>
                      <a:pt x="578676" y="475372"/>
                      <a:pt x="516694" y="541522"/>
                      <a:pt x="516694" y="644912"/>
                    </a:cubicBezTo>
                    <a:lnTo>
                      <a:pt x="516694" y="2538242"/>
                    </a:lnTo>
                    <a:cubicBezTo>
                      <a:pt x="516694" y="2641546"/>
                      <a:pt x="578676" y="2707782"/>
                      <a:pt x="673820" y="2707782"/>
                    </a:cubicBezTo>
                    <a:cubicBezTo>
                      <a:pt x="768964" y="2707782"/>
                      <a:pt x="830860" y="2641632"/>
                      <a:pt x="830860" y="2538242"/>
                    </a:cubicBezTo>
                    <a:lnTo>
                      <a:pt x="830860" y="644912"/>
                    </a:lnTo>
                    <a:cubicBezTo>
                      <a:pt x="830860" y="541608"/>
                      <a:pt x="768877" y="475372"/>
                      <a:pt x="673820" y="475372"/>
                    </a:cubicBezTo>
                    <a:moveTo>
                      <a:pt x="1343474" y="644912"/>
                    </a:moveTo>
                    <a:lnTo>
                      <a:pt x="1343474" y="2538242"/>
                    </a:lnTo>
                    <a:cubicBezTo>
                      <a:pt x="1343474" y="2914390"/>
                      <a:pt x="1070629" y="3183067"/>
                      <a:pt x="673820" y="3183067"/>
                    </a:cubicBezTo>
                    <a:cubicBezTo>
                      <a:pt x="277011" y="3183067"/>
                      <a:pt x="0" y="2914390"/>
                      <a:pt x="0" y="2538242"/>
                    </a:cubicBezTo>
                    <a:lnTo>
                      <a:pt x="0" y="644912"/>
                    </a:lnTo>
                    <a:cubicBezTo>
                      <a:pt x="0" y="268764"/>
                      <a:pt x="272844" y="0"/>
                      <a:pt x="673820" y="0"/>
                    </a:cubicBezTo>
                    <a:cubicBezTo>
                      <a:pt x="1074796" y="0"/>
                      <a:pt x="1343474" y="268764"/>
                      <a:pt x="1343474" y="64491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5762539-1930-BA2C-E334-B6F89AFA6F84}"/>
                </a:ext>
              </a:extLst>
            </p:cNvPr>
            <p:cNvSpPr/>
            <p:nvPr/>
          </p:nvSpPr>
          <p:spPr>
            <a:xfrm>
              <a:off x="3746743" y="41321"/>
              <a:ext cx="2128931" cy="3100423"/>
            </a:xfrm>
            <a:custGeom>
              <a:avLst/>
              <a:gdLst>
                <a:gd name="connsiteX0" fmla="*/ 2128932 w 2128931"/>
                <a:gd name="connsiteY0" fmla="*/ 0 h 3100423"/>
                <a:gd name="connsiteX1" fmla="*/ 1752783 w 2128931"/>
                <a:gd name="connsiteY1" fmla="*/ 3100424 h 3100423"/>
                <a:gd name="connsiteX2" fmla="*/ 1223589 w 2128931"/>
                <a:gd name="connsiteY2" fmla="*/ 3100424 h 3100423"/>
                <a:gd name="connsiteX3" fmla="*/ 1062382 w 2128931"/>
                <a:gd name="connsiteY3" fmla="*/ 1260830 h 3100423"/>
                <a:gd name="connsiteX4" fmla="*/ 901176 w 2128931"/>
                <a:gd name="connsiteY4" fmla="*/ 3100424 h 3100423"/>
                <a:gd name="connsiteX5" fmla="*/ 376148 w 2128931"/>
                <a:gd name="connsiteY5" fmla="*/ 3100424 h 3100423"/>
                <a:gd name="connsiteX6" fmla="*/ 0 w 2128931"/>
                <a:gd name="connsiteY6" fmla="*/ 0 h 3100423"/>
                <a:gd name="connsiteX7" fmla="*/ 500200 w 2128931"/>
                <a:gd name="connsiteY7" fmla="*/ 0 h 3100423"/>
                <a:gd name="connsiteX8" fmla="*/ 665573 w 2128931"/>
                <a:gd name="connsiteY8" fmla="*/ 1942984 h 3100423"/>
                <a:gd name="connsiteX9" fmla="*/ 826780 w 2128931"/>
                <a:gd name="connsiteY9" fmla="*/ 0 h 3100423"/>
                <a:gd name="connsiteX10" fmla="*/ 1322813 w 2128931"/>
                <a:gd name="connsiteY10" fmla="*/ 0 h 3100423"/>
                <a:gd name="connsiteX11" fmla="*/ 1484019 w 2128931"/>
                <a:gd name="connsiteY11" fmla="*/ 1938817 h 3100423"/>
                <a:gd name="connsiteX12" fmla="*/ 1645226 w 2128931"/>
                <a:gd name="connsiteY12" fmla="*/ 0 h 3100423"/>
                <a:gd name="connsiteX13" fmla="*/ 2128932 w 2128931"/>
                <a:gd name="connsiteY13" fmla="*/ 0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28931" h="3100423">
                  <a:moveTo>
                    <a:pt x="2128932" y="0"/>
                  </a:moveTo>
                  <a:lnTo>
                    <a:pt x="1752783" y="3100424"/>
                  </a:lnTo>
                  <a:lnTo>
                    <a:pt x="1223589" y="3100424"/>
                  </a:lnTo>
                  <a:lnTo>
                    <a:pt x="1062382" y="1260830"/>
                  </a:lnTo>
                  <a:lnTo>
                    <a:pt x="901176" y="3100424"/>
                  </a:lnTo>
                  <a:lnTo>
                    <a:pt x="376148" y="3100424"/>
                  </a:lnTo>
                  <a:lnTo>
                    <a:pt x="0" y="0"/>
                  </a:lnTo>
                  <a:lnTo>
                    <a:pt x="500200" y="0"/>
                  </a:lnTo>
                  <a:lnTo>
                    <a:pt x="665573" y="1942984"/>
                  </a:lnTo>
                  <a:lnTo>
                    <a:pt x="826780" y="0"/>
                  </a:lnTo>
                  <a:lnTo>
                    <a:pt x="1322813" y="0"/>
                  </a:lnTo>
                  <a:lnTo>
                    <a:pt x="1484019" y="1938817"/>
                  </a:lnTo>
                  <a:lnTo>
                    <a:pt x="1645226" y="0"/>
                  </a:lnTo>
                  <a:lnTo>
                    <a:pt x="212893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1685E00-F3D8-7500-A94C-D52A242FC47C}"/>
                </a:ext>
              </a:extLst>
            </p:cNvPr>
            <p:cNvSpPr/>
            <p:nvPr/>
          </p:nvSpPr>
          <p:spPr>
            <a:xfrm>
              <a:off x="5970645" y="41408"/>
              <a:ext cx="1074883" cy="3100336"/>
            </a:xfrm>
            <a:custGeom>
              <a:avLst/>
              <a:gdLst>
                <a:gd name="connsiteX0" fmla="*/ 1074883 w 1074883"/>
                <a:gd name="connsiteY0" fmla="*/ 2620798 h 3100336"/>
                <a:gd name="connsiteX1" fmla="*/ 1074883 w 1074883"/>
                <a:gd name="connsiteY1" fmla="*/ 3100337 h 3100336"/>
                <a:gd name="connsiteX2" fmla="*/ 0 w 1074883"/>
                <a:gd name="connsiteY2" fmla="*/ 3100337 h 3100336"/>
                <a:gd name="connsiteX3" fmla="*/ 0 w 1074883"/>
                <a:gd name="connsiteY3" fmla="*/ 0 h 3100336"/>
                <a:gd name="connsiteX4" fmla="*/ 1070716 w 1074883"/>
                <a:gd name="connsiteY4" fmla="*/ 0 h 3100336"/>
                <a:gd name="connsiteX5" fmla="*/ 1070716 w 1074883"/>
                <a:gd name="connsiteY5" fmla="*/ 479452 h 3100336"/>
                <a:gd name="connsiteX6" fmla="*/ 512614 w 1074883"/>
                <a:gd name="connsiteY6" fmla="*/ 479452 h 3100336"/>
                <a:gd name="connsiteX7" fmla="*/ 512614 w 1074883"/>
                <a:gd name="connsiteY7" fmla="*/ 1248417 h 3100336"/>
                <a:gd name="connsiteX8" fmla="*/ 950832 w 1074883"/>
                <a:gd name="connsiteY8" fmla="*/ 1248417 h 3100336"/>
                <a:gd name="connsiteX9" fmla="*/ 950832 w 1074883"/>
                <a:gd name="connsiteY9" fmla="*/ 1727956 h 3100336"/>
                <a:gd name="connsiteX10" fmla="*/ 512614 w 1074883"/>
                <a:gd name="connsiteY10" fmla="*/ 1727956 h 3100336"/>
                <a:gd name="connsiteX11" fmla="*/ 512614 w 1074883"/>
                <a:gd name="connsiteY11" fmla="*/ 2620798 h 3100336"/>
                <a:gd name="connsiteX12" fmla="*/ 1074883 w 1074883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883" h="3100336">
                  <a:moveTo>
                    <a:pt x="1074883" y="2620798"/>
                  </a:moveTo>
                  <a:lnTo>
                    <a:pt x="1074883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832" y="1248417"/>
                  </a:lnTo>
                  <a:lnTo>
                    <a:pt x="950832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883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D8D460A-14F6-4401-D092-8F196F99B36D}"/>
                </a:ext>
              </a:extLst>
            </p:cNvPr>
            <p:cNvSpPr/>
            <p:nvPr/>
          </p:nvSpPr>
          <p:spPr>
            <a:xfrm>
              <a:off x="7219148" y="41321"/>
              <a:ext cx="1388961" cy="3100423"/>
            </a:xfrm>
            <a:custGeom>
              <a:avLst/>
              <a:gdLst>
                <a:gd name="connsiteX0" fmla="*/ 512527 w 1388961"/>
                <a:gd name="connsiteY0" fmla="*/ 1504767 h 3100423"/>
                <a:gd name="connsiteX1" fmla="*/ 628245 w 1388961"/>
                <a:gd name="connsiteY1" fmla="*/ 1504767 h 3100423"/>
                <a:gd name="connsiteX2" fmla="*/ 814279 w 1388961"/>
                <a:gd name="connsiteY2" fmla="*/ 1260830 h 3100423"/>
                <a:gd name="connsiteX3" fmla="*/ 814279 w 1388961"/>
                <a:gd name="connsiteY3" fmla="*/ 719222 h 3100423"/>
                <a:gd name="connsiteX4" fmla="*/ 628245 w 1388961"/>
                <a:gd name="connsiteY4" fmla="*/ 479452 h 3100423"/>
                <a:gd name="connsiteX5" fmla="*/ 512527 w 1388961"/>
                <a:gd name="connsiteY5" fmla="*/ 479452 h 3100423"/>
                <a:gd name="connsiteX6" fmla="*/ 512527 w 1388961"/>
                <a:gd name="connsiteY6" fmla="*/ 1504680 h 3100423"/>
                <a:gd name="connsiteX7" fmla="*/ 851520 w 1388961"/>
                <a:gd name="connsiteY7" fmla="*/ 3100424 h 3100423"/>
                <a:gd name="connsiteX8" fmla="*/ 669653 w 1388961"/>
                <a:gd name="connsiteY8" fmla="*/ 1984306 h 3100423"/>
                <a:gd name="connsiteX9" fmla="*/ 512614 w 1388961"/>
                <a:gd name="connsiteY9" fmla="*/ 1984306 h 3100423"/>
                <a:gd name="connsiteX10" fmla="*/ 512614 w 1388961"/>
                <a:gd name="connsiteY10" fmla="*/ 3100424 h 3100423"/>
                <a:gd name="connsiteX11" fmla="*/ 0 w 1388961"/>
                <a:gd name="connsiteY11" fmla="*/ 3100424 h 3100423"/>
                <a:gd name="connsiteX12" fmla="*/ 0 w 1388961"/>
                <a:gd name="connsiteY12" fmla="*/ 0 h 3100423"/>
                <a:gd name="connsiteX13" fmla="*/ 628332 w 1388961"/>
                <a:gd name="connsiteY13" fmla="*/ 0 h 3100423"/>
                <a:gd name="connsiteX14" fmla="*/ 1331060 w 1388961"/>
                <a:gd name="connsiteY14" fmla="*/ 727556 h 3100423"/>
                <a:gd name="connsiteX15" fmla="*/ 1331060 w 1388961"/>
                <a:gd name="connsiteY15" fmla="*/ 1256663 h 3100423"/>
                <a:gd name="connsiteX16" fmla="*/ 1145026 w 1388961"/>
                <a:gd name="connsiteY16" fmla="*/ 1789938 h 3100423"/>
                <a:gd name="connsiteX17" fmla="*/ 1388962 w 1388961"/>
                <a:gd name="connsiteY17" fmla="*/ 3100337 h 3100423"/>
                <a:gd name="connsiteX18" fmla="*/ 851520 w 1388961"/>
                <a:gd name="connsiteY18" fmla="*/ 3100337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8961" h="3100423">
                  <a:moveTo>
                    <a:pt x="512527" y="1504767"/>
                  </a:moveTo>
                  <a:lnTo>
                    <a:pt x="628245" y="1504767"/>
                  </a:lnTo>
                  <a:cubicBezTo>
                    <a:pt x="756377" y="1504767"/>
                    <a:pt x="814279" y="1446864"/>
                    <a:pt x="814279" y="1260830"/>
                  </a:cubicBezTo>
                  <a:lnTo>
                    <a:pt x="814279" y="719222"/>
                  </a:lnTo>
                  <a:cubicBezTo>
                    <a:pt x="814279" y="541522"/>
                    <a:pt x="756464" y="479452"/>
                    <a:pt x="628245" y="479452"/>
                  </a:cubicBezTo>
                  <a:lnTo>
                    <a:pt x="512527" y="479452"/>
                  </a:lnTo>
                  <a:lnTo>
                    <a:pt x="512527" y="1504680"/>
                  </a:lnTo>
                  <a:close/>
                  <a:moveTo>
                    <a:pt x="851520" y="3100424"/>
                  </a:moveTo>
                  <a:lnTo>
                    <a:pt x="669653" y="1984306"/>
                  </a:lnTo>
                  <a:lnTo>
                    <a:pt x="512614" y="1984306"/>
                  </a:lnTo>
                  <a:lnTo>
                    <a:pt x="512614" y="3100424"/>
                  </a:lnTo>
                  <a:lnTo>
                    <a:pt x="0" y="3100424"/>
                  </a:lnTo>
                  <a:lnTo>
                    <a:pt x="0" y="0"/>
                  </a:lnTo>
                  <a:lnTo>
                    <a:pt x="628332" y="0"/>
                  </a:lnTo>
                  <a:cubicBezTo>
                    <a:pt x="1062382" y="0"/>
                    <a:pt x="1331060" y="268764"/>
                    <a:pt x="1331060" y="727556"/>
                  </a:cubicBezTo>
                  <a:lnTo>
                    <a:pt x="1331060" y="1256663"/>
                  </a:lnTo>
                  <a:cubicBezTo>
                    <a:pt x="1331060" y="1484019"/>
                    <a:pt x="1264911" y="1665886"/>
                    <a:pt x="1145026" y="1789938"/>
                  </a:cubicBezTo>
                  <a:lnTo>
                    <a:pt x="1388962" y="3100337"/>
                  </a:lnTo>
                  <a:lnTo>
                    <a:pt x="851520" y="310033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68CEAB1-53F6-99D3-BA30-373733D2507B}"/>
                </a:ext>
              </a:extLst>
            </p:cNvPr>
            <p:cNvSpPr/>
            <p:nvPr/>
          </p:nvSpPr>
          <p:spPr>
            <a:xfrm>
              <a:off x="8744402" y="41408"/>
              <a:ext cx="1074796" cy="3100336"/>
            </a:xfrm>
            <a:custGeom>
              <a:avLst/>
              <a:gdLst>
                <a:gd name="connsiteX0" fmla="*/ 1074796 w 1074796"/>
                <a:gd name="connsiteY0" fmla="*/ 2620798 h 3100336"/>
                <a:gd name="connsiteX1" fmla="*/ 1074796 w 1074796"/>
                <a:gd name="connsiteY1" fmla="*/ 3100337 h 3100336"/>
                <a:gd name="connsiteX2" fmla="*/ 0 w 1074796"/>
                <a:gd name="connsiteY2" fmla="*/ 3100337 h 3100336"/>
                <a:gd name="connsiteX3" fmla="*/ 0 w 1074796"/>
                <a:gd name="connsiteY3" fmla="*/ 0 h 3100336"/>
                <a:gd name="connsiteX4" fmla="*/ 1070716 w 1074796"/>
                <a:gd name="connsiteY4" fmla="*/ 0 h 3100336"/>
                <a:gd name="connsiteX5" fmla="*/ 1070716 w 1074796"/>
                <a:gd name="connsiteY5" fmla="*/ 479452 h 3100336"/>
                <a:gd name="connsiteX6" fmla="*/ 512614 w 1074796"/>
                <a:gd name="connsiteY6" fmla="*/ 479452 h 3100336"/>
                <a:gd name="connsiteX7" fmla="*/ 512614 w 1074796"/>
                <a:gd name="connsiteY7" fmla="*/ 1248417 h 3100336"/>
                <a:gd name="connsiteX8" fmla="*/ 950744 w 1074796"/>
                <a:gd name="connsiteY8" fmla="*/ 1248417 h 3100336"/>
                <a:gd name="connsiteX9" fmla="*/ 950744 w 1074796"/>
                <a:gd name="connsiteY9" fmla="*/ 1727956 h 3100336"/>
                <a:gd name="connsiteX10" fmla="*/ 512614 w 1074796"/>
                <a:gd name="connsiteY10" fmla="*/ 1727956 h 3100336"/>
                <a:gd name="connsiteX11" fmla="*/ 512614 w 1074796"/>
                <a:gd name="connsiteY11" fmla="*/ 2620798 h 3100336"/>
                <a:gd name="connsiteX12" fmla="*/ 1074796 w 1074796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796" h="3100336">
                  <a:moveTo>
                    <a:pt x="1074796" y="2620798"/>
                  </a:moveTo>
                  <a:lnTo>
                    <a:pt x="1074796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744" y="1248417"/>
                  </a:lnTo>
                  <a:lnTo>
                    <a:pt x="950744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796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aphique 7">
              <a:extLst>
                <a:ext uri="{FF2B5EF4-FFF2-40B4-BE49-F238E27FC236}">
                  <a16:creationId xmlns:a16="http://schemas.microsoft.com/office/drawing/2014/main" id="{A99B9251-9B9A-D6A1-65E5-DA8B4AD9D769}"/>
                </a:ext>
              </a:extLst>
            </p:cNvPr>
            <p:cNvGrpSpPr/>
            <p:nvPr/>
          </p:nvGrpSpPr>
          <p:grpSpPr>
            <a:xfrm>
              <a:off x="958402" y="41321"/>
              <a:ext cx="10369642" cy="6778655"/>
              <a:chOff x="958402" y="41321"/>
              <a:chExt cx="10369642" cy="6778655"/>
            </a:xfrm>
            <a:solidFill>
              <a:srgbClr val="FFFFFF"/>
            </a:solidFill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867A11-7B00-9BF7-7546-2EF15C1969D9}"/>
                  </a:ext>
                </a:extLst>
              </p:cNvPr>
              <p:cNvSpPr/>
              <p:nvPr/>
            </p:nvSpPr>
            <p:spPr>
              <a:xfrm>
                <a:off x="9992732" y="41321"/>
                <a:ext cx="1335312" cy="3100423"/>
              </a:xfrm>
              <a:custGeom>
                <a:avLst/>
                <a:gdLst>
                  <a:gd name="connsiteX0" fmla="*/ 661493 w 1335312"/>
                  <a:gd name="connsiteY0" fmla="*/ 479539 h 3100423"/>
                  <a:gd name="connsiteX1" fmla="*/ 512700 w 1335312"/>
                  <a:gd name="connsiteY1" fmla="*/ 479539 h 3100423"/>
                  <a:gd name="connsiteX2" fmla="*/ 512700 w 1335312"/>
                  <a:gd name="connsiteY2" fmla="*/ 2620885 h 3100423"/>
                  <a:gd name="connsiteX3" fmla="*/ 661493 w 1335312"/>
                  <a:gd name="connsiteY3" fmla="*/ 2620885 h 3100423"/>
                  <a:gd name="connsiteX4" fmla="*/ 818533 w 1335312"/>
                  <a:gd name="connsiteY4" fmla="*/ 2455511 h 3100423"/>
                  <a:gd name="connsiteX5" fmla="*/ 818533 w 1335312"/>
                  <a:gd name="connsiteY5" fmla="*/ 644912 h 3100423"/>
                  <a:gd name="connsiteX6" fmla="*/ 661493 w 1335312"/>
                  <a:gd name="connsiteY6" fmla="*/ 479539 h 3100423"/>
                  <a:gd name="connsiteX7" fmla="*/ 1335313 w 1335312"/>
                  <a:gd name="connsiteY7" fmla="*/ 644912 h 3100423"/>
                  <a:gd name="connsiteX8" fmla="*/ 1335313 w 1335312"/>
                  <a:gd name="connsiteY8" fmla="*/ 2455598 h 3100423"/>
                  <a:gd name="connsiteX9" fmla="*/ 661493 w 1335312"/>
                  <a:gd name="connsiteY9" fmla="*/ 3100424 h 3100423"/>
                  <a:gd name="connsiteX10" fmla="*/ 0 w 1335312"/>
                  <a:gd name="connsiteY10" fmla="*/ 3100424 h 3100423"/>
                  <a:gd name="connsiteX11" fmla="*/ 0 w 1335312"/>
                  <a:gd name="connsiteY11" fmla="*/ 0 h 3100423"/>
                  <a:gd name="connsiteX12" fmla="*/ 661493 w 1335312"/>
                  <a:gd name="connsiteY12" fmla="*/ 0 h 3100423"/>
                  <a:gd name="connsiteX13" fmla="*/ 1335313 w 1335312"/>
                  <a:gd name="connsiteY13" fmla="*/ 644826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5312" h="3100423">
                    <a:moveTo>
                      <a:pt x="661493" y="479539"/>
                    </a:moveTo>
                    <a:lnTo>
                      <a:pt x="512700" y="479539"/>
                    </a:lnTo>
                    <a:lnTo>
                      <a:pt x="512700" y="2620885"/>
                    </a:lnTo>
                    <a:lnTo>
                      <a:pt x="661493" y="2620885"/>
                    </a:lnTo>
                    <a:cubicBezTo>
                      <a:pt x="756550" y="2620885"/>
                      <a:pt x="818533" y="2558902"/>
                      <a:pt x="818533" y="2455511"/>
                    </a:cubicBezTo>
                    <a:lnTo>
                      <a:pt x="818533" y="644912"/>
                    </a:lnTo>
                    <a:cubicBezTo>
                      <a:pt x="818533" y="541608"/>
                      <a:pt x="756550" y="479539"/>
                      <a:pt x="661493" y="479539"/>
                    </a:cubicBezTo>
                    <a:moveTo>
                      <a:pt x="1335313" y="644912"/>
                    </a:moveTo>
                    <a:lnTo>
                      <a:pt x="1335313" y="2455598"/>
                    </a:lnTo>
                    <a:cubicBezTo>
                      <a:pt x="1335313" y="2831746"/>
                      <a:pt x="1062469" y="3100424"/>
                      <a:pt x="661493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61493" y="0"/>
                    </a:lnTo>
                    <a:cubicBezTo>
                      <a:pt x="1062469" y="0"/>
                      <a:pt x="1335313" y="268677"/>
                      <a:pt x="1335313" y="644826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CCA51507-C49C-2B7D-AE8A-7D7BDDD98BC5}"/>
                  </a:ext>
                </a:extLst>
              </p:cNvPr>
              <p:cNvSpPr/>
              <p:nvPr/>
            </p:nvSpPr>
            <p:spPr>
              <a:xfrm>
                <a:off x="958402" y="3719553"/>
                <a:ext cx="1347640" cy="3100423"/>
              </a:xfrm>
              <a:custGeom>
                <a:avLst/>
                <a:gdLst>
                  <a:gd name="connsiteX0" fmla="*/ 830860 w 1347640"/>
                  <a:gd name="connsiteY0" fmla="*/ 1860167 h 3100423"/>
                  <a:gd name="connsiteX1" fmla="*/ 673733 w 1347640"/>
                  <a:gd name="connsiteY1" fmla="*/ 1694881 h 3100423"/>
                  <a:gd name="connsiteX2" fmla="*/ 512527 w 1347640"/>
                  <a:gd name="connsiteY2" fmla="*/ 1694881 h 3100423"/>
                  <a:gd name="connsiteX3" fmla="*/ 512527 w 1347640"/>
                  <a:gd name="connsiteY3" fmla="*/ 2620798 h 3100423"/>
                  <a:gd name="connsiteX4" fmla="*/ 673733 w 1347640"/>
                  <a:gd name="connsiteY4" fmla="*/ 2620798 h 3100423"/>
                  <a:gd name="connsiteX5" fmla="*/ 830860 w 1347640"/>
                  <a:gd name="connsiteY5" fmla="*/ 2455425 h 3100423"/>
                  <a:gd name="connsiteX6" fmla="*/ 830860 w 1347640"/>
                  <a:gd name="connsiteY6" fmla="*/ 1860167 h 3100423"/>
                  <a:gd name="connsiteX7" fmla="*/ 512527 w 1347640"/>
                  <a:gd name="connsiteY7" fmla="*/ 479452 h 3100423"/>
                  <a:gd name="connsiteX8" fmla="*/ 512527 w 1347640"/>
                  <a:gd name="connsiteY8" fmla="*/ 1215342 h 3100423"/>
                  <a:gd name="connsiteX9" fmla="*/ 653073 w 1347640"/>
                  <a:gd name="connsiteY9" fmla="*/ 1215342 h 3100423"/>
                  <a:gd name="connsiteX10" fmla="*/ 810199 w 1347640"/>
                  <a:gd name="connsiteY10" fmla="*/ 1049968 h 3100423"/>
                  <a:gd name="connsiteX11" fmla="*/ 810199 w 1347640"/>
                  <a:gd name="connsiteY11" fmla="*/ 644826 h 3100423"/>
                  <a:gd name="connsiteX12" fmla="*/ 653073 w 1347640"/>
                  <a:gd name="connsiteY12" fmla="*/ 479452 h 3100423"/>
                  <a:gd name="connsiteX13" fmla="*/ 512527 w 1347640"/>
                  <a:gd name="connsiteY13" fmla="*/ 479452 h 3100423"/>
                  <a:gd name="connsiteX14" fmla="*/ 1347640 w 1347640"/>
                  <a:gd name="connsiteY14" fmla="*/ 1905743 h 3100423"/>
                  <a:gd name="connsiteX15" fmla="*/ 1347640 w 1347640"/>
                  <a:gd name="connsiteY15" fmla="*/ 2459678 h 3100423"/>
                  <a:gd name="connsiteX16" fmla="*/ 673820 w 1347640"/>
                  <a:gd name="connsiteY16" fmla="*/ 3100424 h 3100423"/>
                  <a:gd name="connsiteX17" fmla="*/ 0 w 1347640"/>
                  <a:gd name="connsiteY17" fmla="*/ 3100424 h 3100423"/>
                  <a:gd name="connsiteX18" fmla="*/ 0 w 1347640"/>
                  <a:gd name="connsiteY18" fmla="*/ 0 h 3100423"/>
                  <a:gd name="connsiteX19" fmla="*/ 653159 w 1347640"/>
                  <a:gd name="connsiteY19" fmla="*/ 0 h 3100423"/>
                  <a:gd name="connsiteX20" fmla="*/ 1326980 w 1347640"/>
                  <a:gd name="connsiteY20" fmla="*/ 644913 h 3100423"/>
                  <a:gd name="connsiteX21" fmla="*/ 1326980 w 1347640"/>
                  <a:gd name="connsiteY21" fmla="*/ 1004567 h 3100423"/>
                  <a:gd name="connsiteX22" fmla="*/ 1128532 w 1347640"/>
                  <a:gd name="connsiteY22" fmla="*/ 1446951 h 3100423"/>
                  <a:gd name="connsiteX23" fmla="*/ 1347640 w 1347640"/>
                  <a:gd name="connsiteY23" fmla="*/ 1905830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47640" h="3100423">
                    <a:moveTo>
                      <a:pt x="830860" y="1860167"/>
                    </a:moveTo>
                    <a:cubicBezTo>
                      <a:pt x="830860" y="1756863"/>
                      <a:pt x="768877" y="1694881"/>
                      <a:pt x="673733" y="1694881"/>
                    </a:cubicBezTo>
                    <a:lnTo>
                      <a:pt x="512527" y="1694881"/>
                    </a:lnTo>
                    <a:lnTo>
                      <a:pt x="512527" y="2620798"/>
                    </a:lnTo>
                    <a:lnTo>
                      <a:pt x="673733" y="2620798"/>
                    </a:lnTo>
                    <a:cubicBezTo>
                      <a:pt x="768877" y="2620798"/>
                      <a:pt x="830860" y="2558815"/>
                      <a:pt x="830860" y="2455425"/>
                    </a:cubicBezTo>
                    <a:lnTo>
                      <a:pt x="830860" y="1860167"/>
                    </a:lnTo>
                    <a:close/>
                    <a:moveTo>
                      <a:pt x="512527" y="479452"/>
                    </a:moveTo>
                    <a:lnTo>
                      <a:pt x="512527" y="1215342"/>
                    </a:lnTo>
                    <a:lnTo>
                      <a:pt x="653073" y="1215342"/>
                    </a:lnTo>
                    <a:cubicBezTo>
                      <a:pt x="748217" y="1215342"/>
                      <a:pt x="810199" y="1153360"/>
                      <a:pt x="810199" y="1049968"/>
                    </a:cubicBezTo>
                    <a:lnTo>
                      <a:pt x="810199" y="644826"/>
                    </a:lnTo>
                    <a:cubicBezTo>
                      <a:pt x="810199" y="541522"/>
                      <a:pt x="748217" y="479452"/>
                      <a:pt x="653073" y="479452"/>
                    </a:cubicBezTo>
                    <a:lnTo>
                      <a:pt x="512527" y="479452"/>
                    </a:lnTo>
                    <a:close/>
                    <a:moveTo>
                      <a:pt x="1347640" y="1905743"/>
                    </a:moveTo>
                    <a:lnTo>
                      <a:pt x="1347640" y="2459678"/>
                    </a:lnTo>
                    <a:cubicBezTo>
                      <a:pt x="1347640" y="2831659"/>
                      <a:pt x="1074796" y="3100424"/>
                      <a:pt x="673820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53159" y="0"/>
                    </a:lnTo>
                    <a:cubicBezTo>
                      <a:pt x="1054135" y="0"/>
                      <a:pt x="1326980" y="268677"/>
                      <a:pt x="1326980" y="644913"/>
                    </a:cubicBezTo>
                    <a:lnTo>
                      <a:pt x="1326980" y="1004567"/>
                    </a:lnTo>
                    <a:cubicBezTo>
                      <a:pt x="1326980" y="1182354"/>
                      <a:pt x="1256663" y="1339394"/>
                      <a:pt x="1128532" y="1446951"/>
                    </a:cubicBezTo>
                    <a:cubicBezTo>
                      <a:pt x="1269077" y="1550255"/>
                      <a:pt x="1347640" y="1711549"/>
                      <a:pt x="1347640" y="1905830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B10E9077-5B01-3BC3-EEEA-094623A7FA35}"/>
                </a:ext>
              </a:extLst>
            </p:cNvPr>
            <p:cNvSpPr/>
            <p:nvPr/>
          </p:nvSpPr>
          <p:spPr>
            <a:xfrm>
              <a:off x="2285295" y="3719553"/>
              <a:ext cx="1430370" cy="3100423"/>
            </a:xfrm>
            <a:custGeom>
              <a:avLst/>
              <a:gdLst>
                <a:gd name="connsiteX0" fmla="*/ 971492 w 1430370"/>
                <a:gd name="connsiteY0" fmla="*/ 2062783 h 3100423"/>
                <a:gd name="connsiteX1" fmla="*/ 971492 w 1430370"/>
                <a:gd name="connsiteY1" fmla="*/ 3100424 h 3100423"/>
                <a:gd name="connsiteX2" fmla="*/ 458878 w 1430370"/>
                <a:gd name="connsiteY2" fmla="*/ 3100424 h 3100423"/>
                <a:gd name="connsiteX3" fmla="*/ 458878 w 1430370"/>
                <a:gd name="connsiteY3" fmla="*/ 2079363 h 3100423"/>
                <a:gd name="connsiteX4" fmla="*/ 0 w 1430370"/>
                <a:gd name="connsiteY4" fmla="*/ 0 h 3100423"/>
                <a:gd name="connsiteX5" fmla="*/ 525028 w 1430370"/>
                <a:gd name="connsiteY5" fmla="*/ 0 h 3100423"/>
                <a:gd name="connsiteX6" fmla="*/ 723476 w 1430370"/>
                <a:gd name="connsiteY6" fmla="*/ 1264910 h 3100423"/>
                <a:gd name="connsiteX7" fmla="*/ 917757 w 1430370"/>
                <a:gd name="connsiteY7" fmla="*/ 0 h 3100423"/>
                <a:gd name="connsiteX8" fmla="*/ 1430370 w 1430370"/>
                <a:gd name="connsiteY8" fmla="*/ 0 h 3100423"/>
                <a:gd name="connsiteX9" fmla="*/ 971492 w 1430370"/>
                <a:gd name="connsiteY9" fmla="*/ 2062783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0370" h="3100423">
                  <a:moveTo>
                    <a:pt x="971492" y="2062783"/>
                  </a:moveTo>
                  <a:lnTo>
                    <a:pt x="971492" y="3100424"/>
                  </a:lnTo>
                  <a:lnTo>
                    <a:pt x="458878" y="3100424"/>
                  </a:lnTo>
                  <a:lnTo>
                    <a:pt x="458878" y="2079363"/>
                  </a:lnTo>
                  <a:lnTo>
                    <a:pt x="0" y="0"/>
                  </a:lnTo>
                  <a:lnTo>
                    <a:pt x="525028" y="0"/>
                  </a:lnTo>
                  <a:lnTo>
                    <a:pt x="723476" y="1264910"/>
                  </a:lnTo>
                  <a:lnTo>
                    <a:pt x="917757" y="0"/>
                  </a:lnTo>
                  <a:lnTo>
                    <a:pt x="1430370" y="0"/>
                  </a:lnTo>
                  <a:lnTo>
                    <a:pt x="971492" y="206278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63D56C57-1EAC-C3F2-5693-04860AF775D7}"/>
                </a:ext>
              </a:extLst>
            </p:cNvPr>
            <p:cNvSpPr/>
            <p:nvPr/>
          </p:nvSpPr>
          <p:spPr>
            <a:xfrm>
              <a:off x="4240606" y="3719553"/>
              <a:ext cx="1252583" cy="3100423"/>
            </a:xfrm>
            <a:custGeom>
              <a:avLst/>
              <a:gdLst>
                <a:gd name="connsiteX0" fmla="*/ 1252583 w 1252583"/>
                <a:gd name="connsiteY0" fmla="*/ 479539 h 3100423"/>
                <a:gd name="connsiteX1" fmla="*/ 880515 w 1252583"/>
                <a:gd name="connsiteY1" fmla="*/ 479539 h 3100423"/>
                <a:gd name="connsiteX2" fmla="*/ 880515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3 w 1252583"/>
                <a:gd name="connsiteY7" fmla="*/ 0 h 3100423"/>
                <a:gd name="connsiteX8" fmla="*/ 1252583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3" y="479539"/>
                  </a:moveTo>
                  <a:lnTo>
                    <a:pt x="880515" y="479539"/>
                  </a:lnTo>
                  <a:lnTo>
                    <a:pt x="880515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3" y="0"/>
                  </a:lnTo>
                  <a:lnTo>
                    <a:pt x="1252583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" name="Graphique 7">
              <a:extLst>
                <a:ext uri="{FF2B5EF4-FFF2-40B4-BE49-F238E27FC236}">
                  <a16:creationId xmlns:a16="http://schemas.microsoft.com/office/drawing/2014/main" id="{A3DA8161-3135-1E5C-3BEA-ECC952793A75}"/>
                </a:ext>
              </a:extLst>
            </p:cNvPr>
            <p:cNvGrpSpPr/>
            <p:nvPr/>
          </p:nvGrpSpPr>
          <p:grpSpPr>
            <a:xfrm>
              <a:off x="5629655" y="3678231"/>
              <a:ext cx="4299010" cy="3182980"/>
              <a:chOff x="5629655" y="3678231"/>
              <a:chExt cx="4299010" cy="3182980"/>
            </a:xfrm>
            <a:solidFill>
              <a:srgbClr val="FFFFFF"/>
            </a:solidFill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087F45F-E2C4-81AA-C870-28E47547511F}"/>
                  </a:ext>
                </a:extLst>
              </p:cNvPr>
              <p:cNvSpPr/>
              <p:nvPr/>
            </p:nvSpPr>
            <p:spPr>
              <a:xfrm>
                <a:off x="5629655" y="3719553"/>
                <a:ext cx="1388961" cy="3100423"/>
              </a:xfrm>
              <a:custGeom>
                <a:avLst/>
                <a:gdLst>
                  <a:gd name="connsiteX0" fmla="*/ 512527 w 1388961"/>
                  <a:gd name="connsiteY0" fmla="*/ 1504767 h 3100423"/>
                  <a:gd name="connsiteX1" fmla="*/ 628245 w 1388961"/>
                  <a:gd name="connsiteY1" fmla="*/ 1504767 h 3100423"/>
                  <a:gd name="connsiteX2" fmla="*/ 814279 w 1388961"/>
                  <a:gd name="connsiteY2" fmla="*/ 1260831 h 3100423"/>
                  <a:gd name="connsiteX3" fmla="*/ 814279 w 1388961"/>
                  <a:gd name="connsiteY3" fmla="*/ 719309 h 3100423"/>
                  <a:gd name="connsiteX4" fmla="*/ 628245 w 1388961"/>
                  <a:gd name="connsiteY4" fmla="*/ 479539 h 3100423"/>
                  <a:gd name="connsiteX5" fmla="*/ 512527 w 1388961"/>
                  <a:gd name="connsiteY5" fmla="*/ 479539 h 3100423"/>
                  <a:gd name="connsiteX6" fmla="*/ 512527 w 1388961"/>
                  <a:gd name="connsiteY6" fmla="*/ 1504767 h 3100423"/>
                  <a:gd name="connsiteX7" fmla="*/ 851520 w 1388961"/>
                  <a:gd name="connsiteY7" fmla="*/ 3100424 h 3100423"/>
                  <a:gd name="connsiteX8" fmla="*/ 669653 w 1388961"/>
                  <a:gd name="connsiteY8" fmla="*/ 1984306 h 3100423"/>
                  <a:gd name="connsiteX9" fmla="*/ 512614 w 1388961"/>
                  <a:gd name="connsiteY9" fmla="*/ 1984306 h 3100423"/>
                  <a:gd name="connsiteX10" fmla="*/ 512614 w 1388961"/>
                  <a:gd name="connsiteY10" fmla="*/ 3100424 h 3100423"/>
                  <a:gd name="connsiteX11" fmla="*/ 0 w 1388961"/>
                  <a:gd name="connsiteY11" fmla="*/ 3100424 h 3100423"/>
                  <a:gd name="connsiteX12" fmla="*/ 0 w 1388961"/>
                  <a:gd name="connsiteY12" fmla="*/ 0 h 3100423"/>
                  <a:gd name="connsiteX13" fmla="*/ 628331 w 1388961"/>
                  <a:gd name="connsiteY13" fmla="*/ 0 h 3100423"/>
                  <a:gd name="connsiteX14" fmla="*/ 1331059 w 1388961"/>
                  <a:gd name="connsiteY14" fmla="*/ 727556 h 3100423"/>
                  <a:gd name="connsiteX15" fmla="*/ 1331059 w 1388961"/>
                  <a:gd name="connsiteY15" fmla="*/ 1256663 h 3100423"/>
                  <a:gd name="connsiteX16" fmla="*/ 1145025 w 1388961"/>
                  <a:gd name="connsiteY16" fmla="*/ 1789938 h 3100423"/>
                  <a:gd name="connsiteX17" fmla="*/ 1388962 w 1388961"/>
                  <a:gd name="connsiteY17" fmla="*/ 3100337 h 3100423"/>
                  <a:gd name="connsiteX18" fmla="*/ 851520 w 1388961"/>
                  <a:gd name="connsiteY18" fmla="*/ 3100337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8961" h="3100423">
                    <a:moveTo>
                      <a:pt x="512527" y="1504767"/>
                    </a:moveTo>
                    <a:lnTo>
                      <a:pt x="628245" y="1504767"/>
                    </a:lnTo>
                    <a:cubicBezTo>
                      <a:pt x="756376" y="1504767"/>
                      <a:pt x="814279" y="1446865"/>
                      <a:pt x="814279" y="1260831"/>
                    </a:cubicBezTo>
                    <a:lnTo>
                      <a:pt x="814279" y="719309"/>
                    </a:lnTo>
                    <a:cubicBezTo>
                      <a:pt x="814279" y="541608"/>
                      <a:pt x="756463" y="479539"/>
                      <a:pt x="628245" y="479539"/>
                    </a:cubicBezTo>
                    <a:lnTo>
                      <a:pt x="512527" y="479539"/>
                    </a:lnTo>
                    <a:lnTo>
                      <a:pt x="512527" y="1504767"/>
                    </a:lnTo>
                    <a:close/>
                    <a:moveTo>
                      <a:pt x="851520" y="3100424"/>
                    </a:moveTo>
                    <a:lnTo>
                      <a:pt x="669653" y="1984306"/>
                    </a:lnTo>
                    <a:lnTo>
                      <a:pt x="512614" y="1984306"/>
                    </a:lnTo>
                    <a:lnTo>
                      <a:pt x="512614" y="3100424"/>
                    </a:lnTo>
                    <a:lnTo>
                      <a:pt x="0" y="3100424"/>
                    </a:lnTo>
                    <a:lnTo>
                      <a:pt x="0" y="0"/>
                    </a:lnTo>
                    <a:lnTo>
                      <a:pt x="628331" y="0"/>
                    </a:lnTo>
                    <a:cubicBezTo>
                      <a:pt x="1062382" y="0"/>
                      <a:pt x="1331059" y="268764"/>
                      <a:pt x="1331059" y="727556"/>
                    </a:cubicBezTo>
                    <a:lnTo>
                      <a:pt x="1331059" y="1256663"/>
                    </a:lnTo>
                    <a:cubicBezTo>
                      <a:pt x="1331059" y="1484019"/>
                      <a:pt x="1264910" y="1665973"/>
                      <a:pt x="1145025" y="1789938"/>
                    </a:cubicBezTo>
                    <a:lnTo>
                      <a:pt x="1388962" y="3100337"/>
                    </a:lnTo>
                    <a:lnTo>
                      <a:pt x="851520" y="310033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A33E4D8B-277D-DC89-A8CC-DC130076DF5C}"/>
                  </a:ext>
                </a:extLst>
              </p:cNvPr>
              <p:cNvSpPr/>
              <p:nvPr/>
            </p:nvSpPr>
            <p:spPr>
              <a:xfrm>
                <a:off x="7130168" y="3719553"/>
                <a:ext cx="1343560" cy="3137664"/>
              </a:xfrm>
              <a:custGeom>
                <a:avLst/>
                <a:gdLst>
                  <a:gd name="connsiteX0" fmla="*/ 1343474 w 1343560"/>
                  <a:gd name="connsiteY0" fmla="*/ 0 h 3137664"/>
                  <a:gd name="connsiteX1" fmla="*/ 1343474 w 1343560"/>
                  <a:gd name="connsiteY1" fmla="*/ 2492753 h 3137664"/>
                  <a:gd name="connsiteX2" fmla="*/ 673820 w 1343560"/>
                  <a:gd name="connsiteY2" fmla="*/ 3137665 h 3137664"/>
                  <a:gd name="connsiteX3" fmla="*/ 0 w 1343560"/>
                  <a:gd name="connsiteY3" fmla="*/ 2492753 h 3137664"/>
                  <a:gd name="connsiteX4" fmla="*/ 0 w 1343560"/>
                  <a:gd name="connsiteY4" fmla="*/ 0 h 3137664"/>
                  <a:gd name="connsiteX5" fmla="*/ 516694 w 1343560"/>
                  <a:gd name="connsiteY5" fmla="*/ 0 h 3137664"/>
                  <a:gd name="connsiteX6" fmla="*/ 516694 w 1343560"/>
                  <a:gd name="connsiteY6" fmla="*/ 2492753 h 3137664"/>
                  <a:gd name="connsiteX7" fmla="*/ 673820 w 1343560"/>
                  <a:gd name="connsiteY7" fmla="*/ 2658126 h 3137664"/>
                  <a:gd name="connsiteX8" fmla="*/ 826780 w 1343560"/>
                  <a:gd name="connsiteY8" fmla="*/ 2492753 h 3137664"/>
                  <a:gd name="connsiteX9" fmla="*/ 826780 w 1343560"/>
                  <a:gd name="connsiteY9" fmla="*/ 0 h 3137664"/>
                  <a:gd name="connsiteX10" fmla="*/ 1343561 w 1343560"/>
                  <a:gd name="connsiteY10" fmla="*/ 0 h 313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3560" h="3137664">
                    <a:moveTo>
                      <a:pt x="1343474" y="0"/>
                    </a:moveTo>
                    <a:lnTo>
                      <a:pt x="1343474" y="2492753"/>
                    </a:lnTo>
                    <a:cubicBezTo>
                      <a:pt x="1343474" y="2868901"/>
                      <a:pt x="1070629" y="3137665"/>
                      <a:pt x="673820" y="3137665"/>
                    </a:cubicBezTo>
                    <a:cubicBezTo>
                      <a:pt x="277011" y="3137665"/>
                      <a:pt x="0" y="2868901"/>
                      <a:pt x="0" y="2492753"/>
                    </a:cubicBezTo>
                    <a:lnTo>
                      <a:pt x="0" y="0"/>
                    </a:lnTo>
                    <a:lnTo>
                      <a:pt x="516694" y="0"/>
                    </a:lnTo>
                    <a:lnTo>
                      <a:pt x="516694" y="2492753"/>
                    </a:lnTo>
                    <a:cubicBezTo>
                      <a:pt x="516694" y="2596057"/>
                      <a:pt x="578676" y="2658126"/>
                      <a:pt x="673820" y="2658126"/>
                    </a:cubicBezTo>
                    <a:cubicBezTo>
                      <a:pt x="768964" y="2658126"/>
                      <a:pt x="826780" y="2596057"/>
                      <a:pt x="826780" y="2492753"/>
                    </a:cubicBezTo>
                    <a:lnTo>
                      <a:pt x="826780" y="0"/>
                    </a:lnTo>
                    <a:lnTo>
                      <a:pt x="1343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14F64B9-ED9F-D3B8-B477-AE5E557B8767}"/>
                  </a:ext>
                </a:extLst>
              </p:cNvPr>
              <p:cNvSpPr/>
              <p:nvPr/>
            </p:nvSpPr>
            <p:spPr>
              <a:xfrm>
                <a:off x="8634761" y="3678231"/>
                <a:ext cx="1293904" cy="3182980"/>
              </a:xfrm>
              <a:custGeom>
                <a:avLst/>
                <a:gdLst>
                  <a:gd name="connsiteX0" fmla="*/ 777211 w 1293904"/>
                  <a:gd name="connsiteY0" fmla="*/ 1033475 h 3182980"/>
                  <a:gd name="connsiteX1" fmla="*/ 777211 w 1293904"/>
                  <a:gd name="connsiteY1" fmla="*/ 624165 h 3182980"/>
                  <a:gd name="connsiteX2" fmla="*/ 644912 w 1293904"/>
                  <a:gd name="connsiteY2" fmla="*/ 479452 h 3182980"/>
                  <a:gd name="connsiteX3" fmla="*/ 512614 w 1293904"/>
                  <a:gd name="connsiteY3" fmla="*/ 624165 h 3182980"/>
                  <a:gd name="connsiteX4" fmla="*/ 512614 w 1293904"/>
                  <a:gd name="connsiteY4" fmla="*/ 872181 h 3182980"/>
                  <a:gd name="connsiteX5" fmla="*/ 835027 w 1293904"/>
                  <a:gd name="connsiteY5" fmla="*/ 1339307 h 3182980"/>
                  <a:gd name="connsiteX6" fmla="*/ 1293905 w 1293904"/>
                  <a:gd name="connsiteY6" fmla="*/ 2104017 h 3182980"/>
                  <a:gd name="connsiteX7" fmla="*/ 1293905 w 1293904"/>
                  <a:gd name="connsiteY7" fmla="*/ 2542235 h 3182980"/>
                  <a:gd name="connsiteX8" fmla="*/ 644912 w 1293904"/>
                  <a:gd name="connsiteY8" fmla="*/ 3182980 h 3182980"/>
                  <a:gd name="connsiteX9" fmla="*/ 0 w 1293904"/>
                  <a:gd name="connsiteY9" fmla="*/ 2542235 h 3182980"/>
                  <a:gd name="connsiteX10" fmla="*/ 0 w 1293904"/>
                  <a:gd name="connsiteY10" fmla="*/ 2149506 h 3182980"/>
                  <a:gd name="connsiteX11" fmla="*/ 508534 w 1293904"/>
                  <a:gd name="connsiteY11" fmla="*/ 2149506 h 3182980"/>
                  <a:gd name="connsiteX12" fmla="*/ 508534 w 1293904"/>
                  <a:gd name="connsiteY12" fmla="*/ 2554649 h 3182980"/>
                  <a:gd name="connsiteX13" fmla="*/ 644912 w 1293904"/>
                  <a:gd name="connsiteY13" fmla="*/ 2703441 h 3182980"/>
                  <a:gd name="connsiteX14" fmla="*/ 781291 w 1293904"/>
                  <a:gd name="connsiteY14" fmla="*/ 2554649 h 3182980"/>
                  <a:gd name="connsiteX15" fmla="*/ 781291 w 1293904"/>
                  <a:gd name="connsiteY15" fmla="*/ 2219822 h 3182980"/>
                  <a:gd name="connsiteX16" fmla="*/ 458878 w 1293904"/>
                  <a:gd name="connsiteY16" fmla="*/ 1711375 h 3182980"/>
                  <a:gd name="connsiteX17" fmla="*/ 4167 w 1293904"/>
                  <a:gd name="connsiteY17" fmla="*/ 946578 h 3182980"/>
                  <a:gd name="connsiteX18" fmla="*/ 4167 w 1293904"/>
                  <a:gd name="connsiteY18" fmla="*/ 644826 h 3182980"/>
                  <a:gd name="connsiteX19" fmla="*/ 644912 w 1293904"/>
                  <a:gd name="connsiteY19" fmla="*/ 0 h 3182980"/>
                  <a:gd name="connsiteX20" fmla="*/ 1289825 w 1293904"/>
                  <a:gd name="connsiteY20" fmla="*/ 644826 h 3182980"/>
                  <a:gd name="connsiteX21" fmla="*/ 1289825 w 1293904"/>
                  <a:gd name="connsiteY21" fmla="*/ 1033475 h 3182980"/>
                  <a:gd name="connsiteX22" fmla="*/ 777211 w 1293904"/>
                  <a:gd name="connsiteY22" fmla="*/ 1033475 h 318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3904" h="3182980">
                    <a:moveTo>
                      <a:pt x="777211" y="1033475"/>
                    </a:moveTo>
                    <a:lnTo>
                      <a:pt x="777211" y="624165"/>
                    </a:lnTo>
                    <a:cubicBezTo>
                      <a:pt x="777211" y="533188"/>
                      <a:pt x="723475" y="479452"/>
                      <a:pt x="644912" y="479452"/>
                    </a:cubicBezTo>
                    <a:cubicBezTo>
                      <a:pt x="570516" y="479452"/>
                      <a:pt x="512614" y="533188"/>
                      <a:pt x="512614" y="624165"/>
                    </a:cubicBezTo>
                    <a:lnTo>
                      <a:pt x="512614" y="872181"/>
                    </a:lnTo>
                    <a:cubicBezTo>
                      <a:pt x="512614" y="1062383"/>
                      <a:pt x="545688" y="1107784"/>
                      <a:pt x="835027" y="1339307"/>
                    </a:cubicBezTo>
                    <a:cubicBezTo>
                      <a:pt x="1219509" y="1645225"/>
                      <a:pt x="1293905" y="1835340"/>
                      <a:pt x="1293905" y="2104017"/>
                    </a:cubicBezTo>
                    <a:lnTo>
                      <a:pt x="1293905" y="2542235"/>
                    </a:lnTo>
                    <a:cubicBezTo>
                      <a:pt x="1293905" y="2955625"/>
                      <a:pt x="1029308" y="3182980"/>
                      <a:pt x="644912" y="3182980"/>
                    </a:cubicBezTo>
                    <a:cubicBezTo>
                      <a:pt x="260517" y="3182980"/>
                      <a:pt x="0" y="2955625"/>
                      <a:pt x="0" y="2542235"/>
                    </a:cubicBezTo>
                    <a:lnTo>
                      <a:pt x="0" y="2149506"/>
                    </a:lnTo>
                    <a:lnTo>
                      <a:pt x="508534" y="2149506"/>
                    </a:lnTo>
                    <a:lnTo>
                      <a:pt x="508534" y="2554649"/>
                    </a:lnTo>
                    <a:cubicBezTo>
                      <a:pt x="508534" y="2649706"/>
                      <a:pt x="570516" y="2703441"/>
                      <a:pt x="644912" y="2703441"/>
                    </a:cubicBezTo>
                    <a:cubicBezTo>
                      <a:pt x="723475" y="2703441"/>
                      <a:pt x="781291" y="2649706"/>
                      <a:pt x="781291" y="2554649"/>
                    </a:cubicBezTo>
                    <a:lnTo>
                      <a:pt x="781291" y="2219822"/>
                    </a:lnTo>
                    <a:cubicBezTo>
                      <a:pt x="781291" y="1971805"/>
                      <a:pt x="719309" y="1926317"/>
                      <a:pt x="458878" y="1711375"/>
                    </a:cubicBezTo>
                    <a:cubicBezTo>
                      <a:pt x="70316" y="1388962"/>
                      <a:pt x="4167" y="1231836"/>
                      <a:pt x="4167" y="946578"/>
                    </a:cubicBezTo>
                    <a:lnTo>
                      <a:pt x="4167" y="644826"/>
                    </a:lnTo>
                    <a:cubicBezTo>
                      <a:pt x="4167" y="252097"/>
                      <a:pt x="264597" y="0"/>
                      <a:pt x="644912" y="0"/>
                    </a:cubicBezTo>
                    <a:cubicBezTo>
                      <a:pt x="1025227" y="0"/>
                      <a:pt x="1289825" y="252184"/>
                      <a:pt x="1289825" y="644826"/>
                    </a:cubicBezTo>
                    <a:lnTo>
                      <a:pt x="1289825" y="1033475"/>
                    </a:lnTo>
                    <a:lnTo>
                      <a:pt x="777211" y="103347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F6F4775-2EC2-9DAA-7A99-600AABE53602}"/>
                </a:ext>
              </a:extLst>
            </p:cNvPr>
            <p:cNvSpPr/>
            <p:nvPr/>
          </p:nvSpPr>
          <p:spPr>
            <a:xfrm>
              <a:off x="10023810" y="3719553"/>
              <a:ext cx="1252583" cy="3100423"/>
            </a:xfrm>
            <a:custGeom>
              <a:avLst/>
              <a:gdLst>
                <a:gd name="connsiteX0" fmla="*/ 1252584 w 1252583"/>
                <a:gd name="connsiteY0" fmla="*/ 479539 h 3100423"/>
                <a:gd name="connsiteX1" fmla="*/ 880516 w 1252583"/>
                <a:gd name="connsiteY1" fmla="*/ 479539 h 3100423"/>
                <a:gd name="connsiteX2" fmla="*/ 880516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4 w 1252583"/>
                <a:gd name="connsiteY7" fmla="*/ 0 h 3100423"/>
                <a:gd name="connsiteX8" fmla="*/ 1252584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4" y="479539"/>
                  </a:moveTo>
                  <a:lnTo>
                    <a:pt x="880516" y="479539"/>
                  </a:lnTo>
                  <a:lnTo>
                    <a:pt x="880516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4" y="0"/>
                  </a:lnTo>
                  <a:lnTo>
                    <a:pt x="1252584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2357296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 dirty="0"/>
              <a:t>Click here to add a title 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8644A0-C985-36DE-D0B8-5E695771CD6B}"/>
              </a:ext>
            </a:extLst>
          </p:cNvPr>
          <p:cNvGrpSpPr/>
          <p:nvPr userDrawn="1"/>
        </p:nvGrpSpPr>
        <p:grpSpPr>
          <a:xfrm>
            <a:off x="-2143714" y="4560451"/>
            <a:ext cx="1885826" cy="2297549"/>
            <a:chOff x="2689543" y="1651754"/>
            <a:chExt cx="1885826" cy="2297549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C2D50DB8-8BF3-238F-D814-409662D37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63F829-0459-B7C4-A126-966BCB780174}"/>
                </a:ext>
              </a:extLst>
            </p:cNvPr>
            <p:cNvSpPr/>
            <p:nvPr/>
          </p:nvSpPr>
          <p:spPr>
            <a:xfrm>
              <a:off x="2689543" y="2010311"/>
              <a:ext cx="1885826" cy="19389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le pied</a:t>
              </a:r>
              <a:br>
                <a:rPr kumimoji="0" lang="fr-FR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fr-FR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de page :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insérer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en-tête </a:t>
              </a:r>
              <a:b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et 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Sélectionner « Numéro</a:t>
              </a:r>
              <a:b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de diapositive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Écrire le texte souhaité</a:t>
              </a:r>
              <a:b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dans la case « Pied de page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Cliquez sur </a:t>
              </a:r>
              <a:b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« Appliquer partout »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68AE6CF-9862-0F5F-728C-0631D070149D}"/>
              </a:ext>
            </a:extLst>
          </p:cNvPr>
          <p:cNvGrpSpPr/>
          <p:nvPr userDrawn="1"/>
        </p:nvGrpSpPr>
        <p:grpSpPr>
          <a:xfrm>
            <a:off x="12428629" y="5022115"/>
            <a:ext cx="1885826" cy="1835885"/>
            <a:chOff x="2689543" y="1651754"/>
            <a:chExt cx="1885826" cy="183588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8305751-EDA3-0F33-0128-7955F49D00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19731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951789-1DCB-8DCE-276B-A4A787CD72A3}"/>
                </a:ext>
              </a:extLst>
            </p:cNvPr>
            <p:cNvSpPr/>
            <p:nvPr/>
          </p:nvSpPr>
          <p:spPr>
            <a:xfrm>
              <a:off x="2689543" y="2010311"/>
              <a:ext cx="1885826" cy="14773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 dirty="0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dirty="0" err="1">
                  <a:solidFill>
                    <a:schemeClr val="accent1"/>
                  </a:solidFill>
                  <a:latin typeface="+mj-lt"/>
                </a:rPr>
                <a:t>footer</a:t>
              </a:r>
              <a:r>
                <a:rPr lang="fr-FR" sz="1000" b="1" dirty="0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Click on “insert”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Click on “Header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chemeClr val="tx1"/>
                  </a:solidFill>
                </a:rPr>
                <a:t>&amp; Footer”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Check the “Slide number”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Write the desired text</a:t>
              </a:r>
              <a:br>
                <a:rPr lang="en-US" sz="1000" dirty="0">
                  <a:solidFill>
                    <a:schemeClr val="tx1"/>
                  </a:solidFill>
                </a:rPr>
              </a:br>
              <a:r>
                <a:rPr lang="en-US" sz="1000" dirty="0">
                  <a:solidFill>
                    <a:schemeClr val="tx1"/>
                  </a:solidFill>
                </a:rPr>
                <a:t>in the "Footer“ box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Click on “Apply to all”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EEB238F8-50E7-3744-AF0D-1F35D8662F0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88495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692" r:id="rId3"/>
    <p:sldLayoutId id="2147483695" r:id="rId4"/>
    <p:sldLayoutId id="2147483700" r:id="rId5"/>
  </p:sldLayoutIdLst>
  <p:transition>
    <p:fade/>
  </p:transition>
  <p:hf sldNum="0" hdr="0" ftr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6C01-CBCB-032D-725A-267B61F77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DB92-F1B0-3FDF-4CCA-72D6D585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DD/MM/YY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65384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0732F7-C807-3D8E-3A92-AEF56E0201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B98A5B-2655-6DB7-1D8D-3851E689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666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713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RPORATE">
  <a:themeElements>
    <a:clrScheme name="Personnalisé 35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3A34138048064A9C284EA4E85CD2E7" ma:contentTypeVersion="15" ma:contentTypeDescription="Create a new document." ma:contentTypeScope="" ma:versionID="155679594ddaa10589a35c6c4909c4e5">
  <xsd:schema xmlns:xsd="http://www.w3.org/2001/XMLSchema" xmlns:xs="http://www.w3.org/2001/XMLSchema" xmlns:p="http://schemas.microsoft.com/office/2006/metadata/properties" xmlns:ns2="92177dad-2fd1-439b-96d3-6fc1c782cfc6" xmlns:ns3="a7d27fc5-9476-47ec-a06a-98fc00657c42" targetNamespace="http://schemas.microsoft.com/office/2006/metadata/properties" ma:root="true" ma:fieldsID="179380b99ae80af0ac21001c62719868" ns2:_="" ns3:_="">
    <xsd:import namespace="92177dad-2fd1-439b-96d3-6fc1c782cfc6"/>
    <xsd:import namespace="a7d27fc5-9476-47ec-a06a-98fc00657c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77dad-2fd1-439b-96d3-6fc1c782cf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47f590e-ebc3-472e-9088-f38ef52e4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d27fc5-9476-47ec-a06a-98fc00657c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d927f4f-a0ec-4574-9dd2-c9e9ccc4472f}" ma:internalName="TaxCatchAll" ma:showField="CatchAllData" ma:web="a7d27fc5-9476-47ec-a06a-98fc00657c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177dad-2fd1-439b-96d3-6fc1c782cfc6">
      <Terms xmlns="http://schemas.microsoft.com/office/infopath/2007/PartnerControls"/>
    </lcf76f155ced4ddcb4097134ff3c332f>
    <TaxCatchAll xmlns="a7d27fc5-9476-47ec-a06a-98fc00657c42" xsi:nil="true"/>
  </documentManagement>
</p:properties>
</file>

<file path=customXml/itemProps1.xml><?xml version="1.0" encoding="utf-8"?>
<ds:datastoreItem xmlns:ds="http://schemas.openxmlformats.org/officeDocument/2006/customXml" ds:itemID="{D50DD2C8-10DA-4219-9248-0662FDADF2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847B16-837C-4443-BE03-E6849C9711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177dad-2fd1-439b-96d3-6fc1c782cfc6"/>
    <ds:schemaRef ds:uri="a7d27fc5-9476-47ec-a06a-98fc00657c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818434-D87A-4F3A-ABA2-4C988C09CE99}">
  <ds:schemaRefs>
    <ds:schemaRef ds:uri="http://schemas.microsoft.com/office/2006/documentManagement/types"/>
    <ds:schemaRef ds:uri="92177dad-2fd1-439b-96d3-6fc1c782cfc6"/>
    <ds:schemaRef ds:uri="http://purl.org/dc/terms/"/>
    <ds:schemaRef ds:uri="http://schemas.openxmlformats.org/package/2006/metadata/core-properties"/>
    <ds:schemaRef ds:uri="http://purl.org/dc/dcmitype/"/>
    <ds:schemaRef ds:uri="a7d27fc5-9476-47ec-a06a-98fc00657c42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024ffcea-f25b-491e-9dc9-834516f3550e}" enabled="1" method="Standard" siteId="{d52b49b7-0c8f-4d89-8c4f-f20517306e0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Calibri</vt:lpstr>
      <vt:lpstr>Segoe UI</vt:lpstr>
      <vt:lpstr>Segoe UI Black</vt:lpstr>
      <vt:lpstr>Wingdings</vt:lpstr>
      <vt:lpstr>CORPORATE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 boite à slides Prod</dc:creator>
  <cp:lastModifiedBy>LAMURE Benjamin (SAFRAN LANDING SYSTEMS)</cp:lastModifiedBy>
  <cp:revision>35</cp:revision>
  <dcterms:created xsi:type="dcterms:W3CDTF">2024-10-25T07:58:02Z</dcterms:created>
  <dcterms:modified xsi:type="dcterms:W3CDTF">2026-09-07T21:24:16Z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0x010100643A34138048064A9C284EA4E85CD2E7</vt:lpwstr>
  </property>
  <property fmtid="{D5CDD505-2E9C-101B-9397-08002B2CF9AE}" pid="3" name="MSIP_Label_024ffcea-f25b-491e-9dc9-834516f3550e_Enabled">
    <vt:lpwstr>true</vt:lpwstr>
  </property>
  <property fmtid="{D5CDD505-2E9C-101B-9397-08002B2CF9AE}" pid="4" name="MSIP_Label_024ffcea-f25b-491e-9dc9-834516f3550e_SetDate">
    <vt:lpwstr>2025-02-27T09:20:17Z</vt:lpwstr>
  </property>
  <property fmtid="{D5CDD505-2E9C-101B-9397-08002B2CF9AE}" pid="5" name="MSIP_Label_024ffcea-f25b-491e-9dc9-834516f3550e_Method">
    <vt:lpwstr>Standard</vt:lpwstr>
  </property>
  <property fmtid="{D5CDD505-2E9C-101B-9397-08002B2CF9AE}" pid="6" name="MSIP_Label_024ffcea-f25b-491e-9dc9-834516f3550e_Name">
    <vt:lpwstr>C2 - restricted</vt:lpwstr>
  </property>
  <property fmtid="{D5CDD505-2E9C-101B-9397-08002B2CF9AE}" pid="7" name="MSIP_Label_024ffcea-f25b-491e-9dc9-834516f3550e_SiteId">
    <vt:lpwstr>d52b49b7-0c8f-4d89-8c4f-f20517306e08</vt:lpwstr>
  </property>
  <property fmtid="{D5CDD505-2E9C-101B-9397-08002B2CF9AE}" pid="8" name="MSIP_Label_024ffcea-f25b-491e-9dc9-834516f3550e_ActionId">
    <vt:lpwstr>0354e960-0536-4f8b-b5f8-bba85dc9ed17</vt:lpwstr>
  </property>
  <property fmtid="{D5CDD505-2E9C-101B-9397-08002B2CF9AE}" pid="9" name="MSIP_Label_024ffcea-f25b-491e-9dc9-834516f3550e_ContentBits">
    <vt:lpwstr>1</vt:lpwstr>
  </property>
  <property fmtid="{D5CDD505-2E9C-101B-9397-08002B2CF9AE}" pid="10" name="MSIP_Label_024ffcea-f25b-491e-9dc9-834516f3550e_Tag">
    <vt:lpwstr>10, 3, 0, 1</vt:lpwstr>
  </property>
  <property fmtid="{D5CDD505-2E9C-101B-9397-08002B2CF9AE}" pid="11" name="ClassificationContentMarkingHeaderLocations">
    <vt:lpwstr>CORPORATE:6\1_CORPORATE:6\2_CORPORATE:6\3_CORPORATE:6</vt:lpwstr>
  </property>
  <property fmtid="{D5CDD505-2E9C-101B-9397-08002B2CF9AE}" pid="12" name="ClassificationContentMarkingHeaderText">
    <vt:lpwstr>C2 - Confidential</vt:lpwstr>
  </property>
  <property fmtid="{D5CDD505-2E9C-101B-9397-08002B2CF9AE}" pid="13" name="MediaServiceImageTags">
    <vt:lpwstr/>
  </property>
</Properties>
</file>